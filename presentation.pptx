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EPI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Machine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Continuar los bilevels son dificiles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MPEC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2025-02-14T00:21:57Z</dcterms:created>
  <dcterms:modified xsi:type="dcterms:W3CDTF">2025-02-14T00:21:57Z</dcterms:modified>
</cp:coreProperties>
</file>